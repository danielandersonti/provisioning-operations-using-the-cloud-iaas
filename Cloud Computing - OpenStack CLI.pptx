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La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La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e551f051e9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e551f051e9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e55cdd58b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e55cdd58b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e551f051e9_0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e551f051e9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e55cdd58b4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e55cdd58b4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e55cdd58b4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e55cdd58b4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e55cdd58b4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e55cdd58b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e55cdd58b4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e55cdd58b4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6" name="Google Shape;9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- FPCC2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2900" lvl="1" marL="9144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55600" lvl="1" marL="9144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3pPr>
            <a:lvl4pPr indent="-342900" lvl="3" marL="18288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55600" lvl="1" marL="9144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3pPr>
            <a:lvl4pPr indent="-342900" lvl="3" marL="18288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55600" lvl="1" marL="9144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3pPr>
            <a:lvl4pPr indent="-342900" lvl="3" marL="18288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55600" lvl="1" marL="9144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3pPr>
            <a:lvl4pPr indent="-342900" lvl="3" marL="18288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indent="-3556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>
                <a:solidFill>
                  <a:schemeClr val="lt1"/>
                </a:solidFill>
              </a:defRPr>
            </a:lvl2pPr>
            <a:lvl3pPr indent="-3556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Font typeface="Raleway"/>
              <a:buNone/>
              <a:defRPr b="1" sz="32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●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55600" lvl="1" marL="9144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Char char="○"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Char char="■"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●"/>
              <a:defRPr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302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○"/>
              <a:defRPr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cyberithub.com/how-to-install-virtualenv-on-ubuntu-20-04-lts-focal-fossa/" TargetMode="External"/><Relationship Id="rId4" Type="http://schemas.openxmlformats.org/officeDocument/2006/relationships/hyperlink" Target="https://docs.openstack.org/mitaka/user-guide/common/cli_install_openstack_command_line_clients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loud.lsd.ufcg.edu.br/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openstack.org/python-openstackclient/latest/cli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Computação na Nuvem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/>
              <a:t>OpenStack CLI</a:t>
            </a:r>
            <a:endParaRPr sz="3100"/>
          </a:p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/>
              <a:t>Fabio Morais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4884" y="57184"/>
            <a:ext cx="2597925" cy="38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480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OpenStack</a:t>
            </a:r>
            <a:endParaRPr/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9450" y="1545475"/>
            <a:ext cx="7688700" cy="27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pt-BR" sz="2000"/>
              <a:t>Arquitetura modular baseada em micro serviços</a:t>
            </a:r>
            <a:endParaRPr sz="2000"/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6584"/>
            <a:ext cx="9144000" cy="2891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729450" y="480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Command Line Interface</a:t>
            </a:r>
            <a:endParaRPr/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729450" y="1545475"/>
            <a:ext cx="7688700" cy="27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pt-BR"/>
              <a:t>O OpenStack fornece um client para acessar os serviços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Nova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Keystone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Cinder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Glance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Neutron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729450" y="480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Instalação</a:t>
            </a:r>
            <a:endParaRPr/>
          </a:p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729450" y="1545475"/>
            <a:ext cx="7688700" cy="27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pt-BR"/>
              <a:t>Use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ambientes virtuais</a:t>
            </a:r>
            <a:r>
              <a:rPr lang="pt-BR"/>
              <a:t> para código python</a:t>
            </a:r>
            <a:endParaRPr/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&gt; sudo apt install virtualenv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pt-BR"/>
              <a:t>Instale o pip</a:t>
            </a:r>
            <a:endParaRPr/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&gt; sudo apt install python-dev python-pip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pt-BR"/>
              <a:t>Instale o </a:t>
            </a:r>
            <a:r>
              <a:rPr lang="pt-BR" u="sng">
                <a:solidFill>
                  <a:schemeClr val="hlink"/>
                </a:solidFill>
                <a:hlinkClick r:id="rId4"/>
              </a:rPr>
              <a:t>client do OpenStack</a:t>
            </a:r>
            <a:endParaRPr/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&gt; pip install python-openstackclient</a:t>
            </a:r>
            <a:endParaRPr/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&gt; sudo apt install python3-openstackclient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729450" y="480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Inicialização</a:t>
            </a:r>
            <a:endParaRPr/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729450" y="1545475"/>
            <a:ext cx="7688700" cy="27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pt-BR"/>
              <a:t>Baixe o inicializador da CLI (OpenStack RC V3)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 u="sng">
                <a:solidFill>
                  <a:schemeClr val="hlink"/>
                </a:solidFill>
                <a:hlinkClick r:id="rId3"/>
              </a:rPr>
              <a:t>cloud.lsd.ufcg.edu.br</a:t>
            </a:r>
            <a:endParaRPr/>
          </a:p>
        </p:txBody>
      </p:sp>
      <p:pic>
        <p:nvPicPr>
          <p:cNvPr id="191" name="Google Shape;19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616109"/>
            <a:ext cx="9144002" cy="2197283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9"/>
          <p:cNvSpPr/>
          <p:nvPr/>
        </p:nvSpPr>
        <p:spPr>
          <a:xfrm>
            <a:off x="7356300" y="4577625"/>
            <a:ext cx="1731300" cy="1944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729450" y="480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Inicialização</a:t>
            </a:r>
            <a:endParaRPr/>
          </a:p>
        </p:txBody>
      </p:sp>
      <p:sp>
        <p:nvSpPr>
          <p:cNvPr id="198" name="Google Shape;198;p30"/>
          <p:cNvSpPr txBox="1"/>
          <p:nvPr>
            <p:ph idx="1" type="body"/>
          </p:nvPr>
        </p:nvSpPr>
        <p:spPr>
          <a:xfrm>
            <a:off x="729450" y="1545475"/>
            <a:ext cx="7688700" cy="27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pt-BR"/>
              <a:t>Carregue o arquivo </a:t>
            </a:r>
            <a:r>
              <a:rPr lang="pt-BR"/>
              <a:t>OpenStack RC</a:t>
            </a:r>
            <a:endParaRPr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&gt; . provisionamento-openrc.sh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pt-BR" sz="1800"/>
              <a:t>Liste os tipos de VMs (flavors) para testar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		&gt; openstack flavor list</a:t>
            </a:r>
            <a:endParaRPr sz="1800"/>
          </a:p>
        </p:txBody>
      </p:sp>
      <p:pic>
        <p:nvPicPr>
          <p:cNvPr id="199" name="Google Shape;19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68765"/>
            <a:ext cx="9144001" cy="167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type="title"/>
          </p:nvPr>
        </p:nvSpPr>
        <p:spPr>
          <a:xfrm>
            <a:off x="729450" y="480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Uso da CLI</a:t>
            </a:r>
            <a:endParaRPr/>
          </a:p>
        </p:txBody>
      </p:sp>
      <p:sp>
        <p:nvSpPr>
          <p:cNvPr id="205" name="Google Shape;205;p31"/>
          <p:cNvSpPr txBox="1"/>
          <p:nvPr>
            <p:ph idx="1" type="body"/>
          </p:nvPr>
        </p:nvSpPr>
        <p:spPr>
          <a:xfrm>
            <a:off x="729450" y="1545475"/>
            <a:ext cx="7688700" cy="27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pt-BR"/>
              <a:t>Explorem a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CLI </a:t>
            </a:r>
            <a:r>
              <a:rPr lang="pt-BR"/>
              <a:t>(apenas listem as entidades! 😬)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Flavors (flavor)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Instances (server)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Images (image)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Snapshots (image)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Volumes (volume)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Security Groups (security group)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Load Balancers (loadbalancer)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ização - FPCC2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